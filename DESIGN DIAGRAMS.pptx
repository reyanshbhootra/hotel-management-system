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243f922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243f922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a243f9227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a243f9227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badf246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abadf246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abadf2464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abadf2464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acfbfd9f0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acfbfd9f0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acfbfd9f0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acfbfd9f0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acfbfd9f0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acfbfd9f0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acfbfd9f0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acfbfd9f0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be43eddc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be43eddc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648425" y="466950"/>
            <a:ext cx="4425600" cy="40077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2948100" y="1846950"/>
            <a:ext cx="1623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00"/>
                </a:highlight>
              </a:rPr>
              <a:t>ADD AN IMAGE</a:t>
            </a:r>
            <a:endParaRPr sz="20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4662600" y="1045425"/>
            <a:ext cx="1951500" cy="2697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4920475" y="1087250"/>
            <a:ext cx="1365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00"/>
                </a:highlight>
              </a:rPr>
              <a:t>Staff Login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5042425" y="1561175"/>
            <a:ext cx="1122000" cy="202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Username</a:t>
            </a:r>
            <a:endParaRPr sz="1100"/>
          </a:p>
        </p:txBody>
      </p:sp>
      <p:sp>
        <p:nvSpPr>
          <p:cNvPr id="59" name="Google Shape;59;p13"/>
          <p:cNvSpPr/>
          <p:nvPr/>
        </p:nvSpPr>
        <p:spPr>
          <a:xfrm>
            <a:off x="5042425" y="1846950"/>
            <a:ext cx="1122000" cy="202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Password</a:t>
            </a:r>
            <a:endParaRPr sz="1100"/>
          </a:p>
        </p:txBody>
      </p:sp>
      <p:sp>
        <p:nvSpPr>
          <p:cNvPr id="60" name="Google Shape;60;p13"/>
          <p:cNvSpPr/>
          <p:nvPr/>
        </p:nvSpPr>
        <p:spPr>
          <a:xfrm>
            <a:off x="4913550" y="2292975"/>
            <a:ext cx="1449600" cy="2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highlight>
                  <a:srgbClr val="FF9900"/>
                </a:highlight>
              </a:rPr>
              <a:t>Login</a:t>
            </a:r>
            <a:endParaRPr sz="1300">
              <a:highlight>
                <a:srgbClr val="FF9900"/>
              </a:highlight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613825" y="3463850"/>
            <a:ext cx="12198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2"/>
                </a:solidFill>
                <a:highlight>
                  <a:srgbClr val="FF9900"/>
                </a:highlight>
              </a:rPr>
              <a:t>Create</a:t>
            </a:r>
            <a:r>
              <a:rPr b="1" lang="en-GB" sz="800">
                <a:solidFill>
                  <a:schemeClr val="dk2"/>
                </a:solidFill>
                <a:highlight>
                  <a:srgbClr val="FFFF00"/>
                </a:highlight>
              </a:rPr>
              <a:t> a new user</a:t>
            </a:r>
            <a:endParaRPr b="1" sz="100">
              <a:solidFill>
                <a:schemeClr val="dk2"/>
              </a:solidFill>
              <a:highlight>
                <a:srgbClr val="FFFF00"/>
              </a:highlight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5547625" y="3463850"/>
            <a:ext cx="12198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2"/>
                </a:solidFill>
                <a:highlight>
                  <a:srgbClr val="FF9900"/>
                </a:highlight>
              </a:rPr>
              <a:t>Forgot Password</a:t>
            </a:r>
            <a:endParaRPr b="1" sz="100">
              <a:solidFill>
                <a:schemeClr val="dk2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2648425" y="466950"/>
            <a:ext cx="6370500" cy="4323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2948100" y="1846950"/>
            <a:ext cx="1623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00"/>
                </a:highlight>
              </a:rPr>
              <a:t>ADD AN IMAGE</a:t>
            </a:r>
            <a:endParaRPr sz="20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4662600" y="1045425"/>
            <a:ext cx="3969900" cy="3451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5598750" y="1142800"/>
            <a:ext cx="20976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00"/>
                </a:highlight>
              </a:rPr>
              <a:t>Create an account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5042425" y="1644750"/>
            <a:ext cx="1320600" cy="33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First Name</a:t>
            </a:r>
            <a:endParaRPr sz="1500"/>
          </a:p>
        </p:txBody>
      </p:sp>
      <p:sp>
        <p:nvSpPr>
          <p:cNvPr id="72" name="Google Shape;72;p14"/>
          <p:cNvSpPr/>
          <p:nvPr/>
        </p:nvSpPr>
        <p:spPr>
          <a:xfrm>
            <a:off x="5922750" y="4139425"/>
            <a:ext cx="1623900" cy="2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highlight>
                  <a:srgbClr val="FF9900"/>
                </a:highlight>
              </a:rPr>
              <a:t>Sign Up</a:t>
            </a:r>
            <a:endParaRPr sz="1500">
              <a:highlight>
                <a:srgbClr val="FF9900"/>
              </a:highlight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5363550" y="3782975"/>
            <a:ext cx="28812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❏"/>
            </a:pPr>
            <a:r>
              <a:rPr b="1" lang="en-GB" sz="1100">
                <a:solidFill>
                  <a:schemeClr val="dk2"/>
                </a:solidFill>
                <a:highlight>
                  <a:srgbClr val="FFFF00"/>
                </a:highlight>
              </a:rPr>
              <a:t>I agree to the Term &amp; </a:t>
            </a:r>
            <a:r>
              <a:rPr b="1" lang="en-GB" sz="1100">
                <a:solidFill>
                  <a:schemeClr val="dk2"/>
                </a:solidFill>
                <a:highlight>
                  <a:srgbClr val="FFFF00"/>
                </a:highlight>
              </a:rPr>
              <a:t>conditions</a:t>
            </a:r>
            <a:endParaRPr b="1" sz="400">
              <a:solidFill>
                <a:schemeClr val="dk2"/>
              </a:solidFill>
              <a:highlight>
                <a:srgbClr val="FFFF00"/>
              </a:highlight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6924275" y="1644750"/>
            <a:ext cx="1320600" cy="33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Last </a:t>
            </a:r>
            <a:r>
              <a:rPr lang="en-GB" sz="1500"/>
              <a:t>Name</a:t>
            </a:r>
            <a:endParaRPr sz="1500"/>
          </a:p>
        </p:txBody>
      </p:sp>
      <p:sp>
        <p:nvSpPr>
          <p:cNvPr id="75" name="Google Shape;75;p14"/>
          <p:cNvSpPr/>
          <p:nvPr/>
        </p:nvSpPr>
        <p:spPr>
          <a:xfrm>
            <a:off x="5042413" y="2194475"/>
            <a:ext cx="1320600" cy="33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Contact No.</a:t>
            </a:r>
            <a:endParaRPr sz="1500"/>
          </a:p>
        </p:txBody>
      </p:sp>
      <p:sp>
        <p:nvSpPr>
          <p:cNvPr id="76" name="Google Shape;76;p14"/>
          <p:cNvSpPr/>
          <p:nvPr/>
        </p:nvSpPr>
        <p:spPr>
          <a:xfrm>
            <a:off x="6924300" y="2194475"/>
            <a:ext cx="1320600" cy="33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Email</a:t>
            </a:r>
            <a:endParaRPr sz="1500"/>
          </a:p>
        </p:txBody>
      </p:sp>
      <p:sp>
        <p:nvSpPr>
          <p:cNvPr id="77" name="Google Shape;77;p14"/>
          <p:cNvSpPr/>
          <p:nvPr/>
        </p:nvSpPr>
        <p:spPr>
          <a:xfrm>
            <a:off x="5042425" y="2744188"/>
            <a:ext cx="1320600" cy="33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Security Q</a:t>
            </a:r>
            <a:endParaRPr sz="1500"/>
          </a:p>
        </p:txBody>
      </p:sp>
      <p:sp>
        <p:nvSpPr>
          <p:cNvPr id="78" name="Google Shape;78;p14"/>
          <p:cNvSpPr/>
          <p:nvPr/>
        </p:nvSpPr>
        <p:spPr>
          <a:xfrm>
            <a:off x="6924275" y="2744188"/>
            <a:ext cx="1320600" cy="33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Security Ans</a:t>
            </a:r>
            <a:endParaRPr sz="1500"/>
          </a:p>
        </p:txBody>
      </p:sp>
      <p:sp>
        <p:nvSpPr>
          <p:cNvPr id="79" name="Google Shape;79;p14"/>
          <p:cNvSpPr/>
          <p:nvPr/>
        </p:nvSpPr>
        <p:spPr>
          <a:xfrm>
            <a:off x="5042425" y="3293913"/>
            <a:ext cx="1320600" cy="33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Password</a:t>
            </a:r>
            <a:endParaRPr sz="1500"/>
          </a:p>
        </p:txBody>
      </p:sp>
      <p:sp>
        <p:nvSpPr>
          <p:cNvPr id="80" name="Google Shape;80;p14"/>
          <p:cNvSpPr/>
          <p:nvPr/>
        </p:nvSpPr>
        <p:spPr>
          <a:xfrm>
            <a:off x="6772650" y="3293925"/>
            <a:ext cx="1623900" cy="33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Confirm Password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2648425" y="466950"/>
            <a:ext cx="6370500" cy="4323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2948100" y="1846950"/>
            <a:ext cx="1623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00"/>
                </a:highlight>
              </a:rPr>
              <a:t>ADD AN IMAGE</a:t>
            </a:r>
            <a:endParaRPr sz="20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662600" y="1045425"/>
            <a:ext cx="3969900" cy="3451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5598750" y="1045425"/>
            <a:ext cx="20976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00"/>
                </a:highlight>
              </a:rPr>
              <a:t>RESET PASSWORD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5683950" y="1541750"/>
            <a:ext cx="2012400" cy="33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Email</a:t>
            </a:r>
            <a:endParaRPr sz="1500"/>
          </a:p>
        </p:txBody>
      </p:sp>
      <p:sp>
        <p:nvSpPr>
          <p:cNvPr id="90" name="Google Shape;90;p15"/>
          <p:cNvSpPr/>
          <p:nvPr/>
        </p:nvSpPr>
        <p:spPr>
          <a:xfrm>
            <a:off x="5922750" y="4139425"/>
            <a:ext cx="1623900" cy="2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highlight>
                  <a:srgbClr val="FF9900"/>
                </a:highlight>
              </a:rPr>
              <a:t>Submit</a:t>
            </a:r>
            <a:endParaRPr sz="1500">
              <a:highlight>
                <a:srgbClr val="FF9900"/>
              </a:highlight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5683950" y="2038075"/>
            <a:ext cx="2012400" cy="33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highlight>
                  <a:srgbClr val="FFFF00"/>
                </a:highlight>
              </a:rPr>
              <a:t>Security Question</a:t>
            </a:r>
            <a:endParaRPr sz="15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5683949" y="2985600"/>
            <a:ext cx="2012400" cy="33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New Password</a:t>
            </a:r>
            <a:endParaRPr sz="1500"/>
          </a:p>
        </p:txBody>
      </p:sp>
      <p:sp>
        <p:nvSpPr>
          <p:cNvPr id="93" name="Google Shape;93;p15"/>
          <p:cNvSpPr/>
          <p:nvPr/>
        </p:nvSpPr>
        <p:spPr>
          <a:xfrm>
            <a:off x="5683950" y="2524900"/>
            <a:ext cx="2012400" cy="33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Security Answer</a:t>
            </a:r>
            <a:endParaRPr sz="1500"/>
          </a:p>
        </p:txBody>
      </p:sp>
      <p:sp>
        <p:nvSpPr>
          <p:cNvPr id="94" name="Google Shape;94;p15"/>
          <p:cNvSpPr/>
          <p:nvPr/>
        </p:nvSpPr>
        <p:spPr>
          <a:xfrm>
            <a:off x="5683950" y="3498550"/>
            <a:ext cx="2012400" cy="33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Confirm Password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>
            <a:off x="299800" y="319900"/>
            <a:ext cx="7723200" cy="38655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496975" y="3104925"/>
            <a:ext cx="1623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00"/>
                </a:highlight>
              </a:rPr>
              <a:t>ADD IMAGES</a:t>
            </a:r>
            <a:endParaRPr sz="20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439000" y="1051975"/>
            <a:ext cx="2082000" cy="20529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299800" y="319900"/>
            <a:ext cx="1623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highlight>
                  <a:srgbClr val="FFFF00"/>
                </a:highlight>
              </a:rPr>
              <a:t>ADD LOGO</a:t>
            </a:r>
            <a:endParaRPr sz="17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2410425" y="382875"/>
            <a:ext cx="50952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highlight>
                  <a:srgbClr val="FFFF00"/>
                </a:highlight>
              </a:rPr>
              <a:t>ADD AN IMAGE</a:t>
            </a:r>
            <a:endParaRPr sz="22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658275" y="11366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FRONT DESK OPTIONS</a:t>
            </a:r>
            <a:endParaRPr sz="900"/>
          </a:p>
        </p:txBody>
      </p:sp>
      <p:sp>
        <p:nvSpPr>
          <p:cNvPr id="105" name="Google Shape;105;p16"/>
          <p:cNvSpPr/>
          <p:nvPr/>
        </p:nvSpPr>
        <p:spPr>
          <a:xfrm>
            <a:off x="658275" y="14265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CUSTOMER</a:t>
            </a:r>
            <a:endParaRPr sz="900"/>
          </a:p>
        </p:txBody>
      </p:sp>
      <p:sp>
        <p:nvSpPr>
          <p:cNvPr id="106" name="Google Shape;106;p16"/>
          <p:cNvSpPr/>
          <p:nvPr/>
        </p:nvSpPr>
        <p:spPr>
          <a:xfrm>
            <a:off x="658275" y="17164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BOOK ROOM</a:t>
            </a:r>
            <a:endParaRPr sz="900"/>
          </a:p>
        </p:txBody>
      </p:sp>
      <p:sp>
        <p:nvSpPr>
          <p:cNvPr id="107" name="Google Shape;107;p16"/>
          <p:cNvSpPr/>
          <p:nvPr/>
        </p:nvSpPr>
        <p:spPr>
          <a:xfrm>
            <a:off x="658275" y="2048963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ROOM DETAILS</a:t>
            </a:r>
            <a:endParaRPr sz="900"/>
          </a:p>
        </p:txBody>
      </p:sp>
      <p:sp>
        <p:nvSpPr>
          <p:cNvPr id="108" name="Google Shape;108;p16"/>
          <p:cNvSpPr/>
          <p:nvPr/>
        </p:nvSpPr>
        <p:spPr>
          <a:xfrm>
            <a:off x="658275" y="2743213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FF0000"/>
                </a:solidFill>
              </a:rPr>
              <a:t>LOGOUT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658275" y="238150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ADMIN LOGIN</a:t>
            </a:r>
            <a:endParaRPr sz="900"/>
          </a:p>
        </p:txBody>
      </p:sp>
      <p:sp>
        <p:nvSpPr>
          <p:cNvPr id="110" name="Google Shape;110;p16"/>
          <p:cNvSpPr txBox="1"/>
          <p:nvPr/>
        </p:nvSpPr>
        <p:spPr>
          <a:xfrm>
            <a:off x="2870200" y="1781375"/>
            <a:ext cx="500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rgbClr val="FFFF00"/>
                </a:highlight>
              </a:rPr>
              <a:t>BLACK SPACE. While no option is clicked it will show a picture of the hotel.</a:t>
            </a:r>
            <a:endParaRPr sz="18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299800" y="319900"/>
            <a:ext cx="7723200" cy="38655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496975" y="3104925"/>
            <a:ext cx="1623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00"/>
                </a:highlight>
              </a:rPr>
              <a:t>ADD IMAGES</a:t>
            </a:r>
            <a:endParaRPr sz="20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39000" y="1051975"/>
            <a:ext cx="2082000" cy="20529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299800" y="319900"/>
            <a:ext cx="1623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highlight>
                  <a:srgbClr val="FFFF00"/>
                </a:highlight>
              </a:rPr>
              <a:t>ADD LOGO</a:t>
            </a:r>
            <a:endParaRPr sz="17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2410425" y="382875"/>
            <a:ext cx="50952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highlight>
                  <a:srgbClr val="FFFF00"/>
                </a:highlight>
              </a:rPr>
              <a:t>ADD AN IMAGE</a:t>
            </a:r>
            <a:endParaRPr sz="22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658275" y="11366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FRONT DESK OPTIONS</a:t>
            </a:r>
            <a:endParaRPr sz="900"/>
          </a:p>
        </p:txBody>
      </p:sp>
      <p:sp>
        <p:nvSpPr>
          <p:cNvPr id="121" name="Google Shape;121;p17"/>
          <p:cNvSpPr/>
          <p:nvPr/>
        </p:nvSpPr>
        <p:spPr>
          <a:xfrm>
            <a:off x="658275" y="14265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CUSTOMER</a:t>
            </a:r>
            <a:endParaRPr sz="900"/>
          </a:p>
        </p:txBody>
      </p:sp>
      <p:sp>
        <p:nvSpPr>
          <p:cNvPr id="122" name="Google Shape;122;p17"/>
          <p:cNvSpPr/>
          <p:nvPr/>
        </p:nvSpPr>
        <p:spPr>
          <a:xfrm>
            <a:off x="658275" y="17164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BOOK ROOM</a:t>
            </a:r>
            <a:endParaRPr sz="900"/>
          </a:p>
        </p:txBody>
      </p:sp>
      <p:sp>
        <p:nvSpPr>
          <p:cNvPr id="123" name="Google Shape;123;p17"/>
          <p:cNvSpPr/>
          <p:nvPr/>
        </p:nvSpPr>
        <p:spPr>
          <a:xfrm>
            <a:off x="658275" y="2048963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ROOM DETAILS</a:t>
            </a:r>
            <a:endParaRPr sz="900"/>
          </a:p>
        </p:txBody>
      </p:sp>
      <p:sp>
        <p:nvSpPr>
          <p:cNvPr id="124" name="Google Shape;124;p17"/>
          <p:cNvSpPr/>
          <p:nvPr/>
        </p:nvSpPr>
        <p:spPr>
          <a:xfrm>
            <a:off x="658275" y="2743213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FF0000"/>
                </a:solidFill>
              </a:rPr>
              <a:t>LOGOUT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658275" y="238150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ADMIN LOGIN</a:t>
            </a:r>
            <a:endParaRPr sz="900"/>
          </a:p>
        </p:txBody>
      </p:sp>
      <p:sp>
        <p:nvSpPr>
          <p:cNvPr id="126" name="Google Shape;126;p17"/>
          <p:cNvSpPr/>
          <p:nvPr/>
        </p:nvSpPr>
        <p:spPr>
          <a:xfrm>
            <a:off x="2697475" y="1051975"/>
            <a:ext cx="5178600" cy="3063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2737725" y="1079925"/>
            <a:ext cx="1834200" cy="29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4A86E8"/>
                </a:highlight>
              </a:rPr>
              <a:t>Customer Details</a:t>
            </a:r>
            <a:endParaRPr sz="1100">
              <a:solidFill>
                <a:schemeClr val="dk1"/>
              </a:solidFill>
              <a:highlight>
                <a:srgbClr val="4A86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Customer Ref: 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First Name: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Last Name: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Gender: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Post Code: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Mobile: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Email: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Citizenship: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ID Proof Type: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ID Number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Address</a:t>
            </a: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2737725" y="3513225"/>
            <a:ext cx="4917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ADD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3283575" y="3513225"/>
            <a:ext cx="6171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UPDATE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3954825" y="3513225"/>
            <a:ext cx="6171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DELETE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3292000" y="3779050"/>
            <a:ext cx="6087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RESET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4572000" y="1544125"/>
            <a:ext cx="3278700" cy="25923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4286175" y="967275"/>
            <a:ext cx="395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4A86E8"/>
                </a:highlight>
              </a:rPr>
              <a:t>View Details and Search System:</a:t>
            </a:r>
            <a:endParaRPr sz="1100">
              <a:solidFill>
                <a:schemeClr val="dk1"/>
              </a:solidFill>
              <a:highlight>
                <a:srgbClr val="4A86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4A86E8"/>
                </a:highlight>
              </a:rPr>
              <a:t>Search By</a:t>
            </a:r>
            <a:r>
              <a:rPr lang="en-GB" sz="1100">
                <a:solidFill>
                  <a:schemeClr val="dk2"/>
                </a:solidFill>
              </a:rPr>
              <a:t>: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5125050" y="1243875"/>
            <a:ext cx="8709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Ref or email</a:t>
            </a:r>
            <a:endParaRPr sz="900"/>
          </a:p>
        </p:txBody>
      </p:sp>
      <p:sp>
        <p:nvSpPr>
          <p:cNvPr id="135" name="Google Shape;135;p17"/>
          <p:cNvSpPr/>
          <p:nvPr/>
        </p:nvSpPr>
        <p:spPr>
          <a:xfrm>
            <a:off x="5995975" y="1243875"/>
            <a:ext cx="7992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Input</a:t>
            </a:r>
            <a:endParaRPr sz="900"/>
          </a:p>
        </p:txBody>
      </p:sp>
      <p:sp>
        <p:nvSpPr>
          <p:cNvPr id="136" name="Google Shape;136;p17"/>
          <p:cNvSpPr/>
          <p:nvPr/>
        </p:nvSpPr>
        <p:spPr>
          <a:xfrm>
            <a:off x="6795175" y="1243875"/>
            <a:ext cx="6087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Search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7403875" y="1243875"/>
            <a:ext cx="491700" cy="30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Show All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4684475" y="1620650"/>
            <a:ext cx="296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The Entries go there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674225" y="2104525"/>
            <a:ext cx="3094200" cy="17418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Customer Details Displayed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/>
          <p:nvPr/>
        </p:nvSpPr>
        <p:spPr>
          <a:xfrm>
            <a:off x="299800" y="319900"/>
            <a:ext cx="7723200" cy="38655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496975" y="3104925"/>
            <a:ext cx="1623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00"/>
                </a:highlight>
              </a:rPr>
              <a:t>ADD IMAGES</a:t>
            </a:r>
            <a:endParaRPr sz="20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439000" y="1051975"/>
            <a:ext cx="2082000" cy="20529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299800" y="319900"/>
            <a:ext cx="1623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highlight>
                  <a:srgbClr val="FFFF00"/>
                </a:highlight>
              </a:rPr>
              <a:t>ADD LOGO</a:t>
            </a:r>
            <a:endParaRPr sz="17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2410425" y="382875"/>
            <a:ext cx="50952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highlight>
                  <a:srgbClr val="FFFF00"/>
                </a:highlight>
              </a:rPr>
              <a:t>ADD AN IMAGE</a:t>
            </a:r>
            <a:endParaRPr sz="22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658275" y="11366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FRONT DESK OPTIONS</a:t>
            </a:r>
            <a:endParaRPr sz="900"/>
          </a:p>
        </p:txBody>
      </p:sp>
      <p:sp>
        <p:nvSpPr>
          <p:cNvPr id="150" name="Google Shape;150;p18"/>
          <p:cNvSpPr/>
          <p:nvPr/>
        </p:nvSpPr>
        <p:spPr>
          <a:xfrm>
            <a:off x="658275" y="14265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CUSTOMER</a:t>
            </a:r>
            <a:endParaRPr sz="900"/>
          </a:p>
        </p:txBody>
      </p:sp>
      <p:sp>
        <p:nvSpPr>
          <p:cNvPr id="151" name="Google Shape;151;p18"/>
          <p:cNvSpPr/>
          <p:nvPr/>
        </p:nvSpPr>
        <p:spPr>
          <a:xfrm>
            <a:off x="658275" y="17164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BOOK ROOM</a:t>
            </a:r>
            <a:endParaRPr sz="900"/>
          </a:p>
        </p:txBody>
      </p:sp>
      <p:sp>
        <p:nvSpPr>
          <p:cNvPr id="152" name="Google Shape;152;p18"/>
          <p:cNvSpPr/>
          <p:nvPr/>
        </p:nvSpPr>
        <p:spPr>
          <a:xfrm>
            <a:off x="658275" y="2048963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ROOM DETAILS</a:t>
            </a:r>
            <a:endParaRPr sz="900"/>
          </a:p>
        </p:txBody>
      </p:sp>
      <p:sp>
        <p:nvSpPr>
          <p:cNvPr id="153" name="Google Shape;153;p18"/>
          <p:cNvSpPr/>
          <p:nvPr/>
        </p:nvSpPr>
        <p:spPr>
          <a:xfrm>
            <a:off x="658275" y="2743213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FF0000"/>
                </a:solidFill>
              </a:rPr>
              <a:t>LOGOUT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658275" y="238150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ADMIN LOGIN</a:t>
            </a:r>
            <a:endParaRPr sz="900"/>
          </a:p>
        </p:txBody>
      </p:sp>
      <p:sp>
        <p:nvSpPr>
          <p:cNvPr id="155" name="Google Shape;155;p18"/>
          <p:cNvSpPr/>
          <p:nvPr/>
        </p:nvSpPr>
        <p:spPr>
          <a:xfrm>
            <a:off x="2697475" y="1051975"/>
            <a:ext cx="5178600" cy="3063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2737725" y="1079925"/>
            <a:ext cx="1834200" cy="29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4A86E8"/>
                </a:highlight>
              </a:rPr>
              <a:t>Room Booking Details</a:t>
            </a:r>
            <a:endParaRPr sz="1100">
              <a:solidFill>
                <a:schemeClr val="dk1"/>
              </a:solidFill>
              <a:highlight>
                <a:srgbClr val="4A86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Customer </a:t>
            </a: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Email</a:t>
            </a: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: 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CheckIn Date: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CheckOut Date: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Room Type: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Available Room: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Meal: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Number Of Days: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Sub Total: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Total Cost: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2737725" y="3513225"/>
            <a:ext cx="4917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ADD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3283575" y="3513225"/>
            <a:ext cx="6171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UPDATE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3954825" y="3513225"/>
            <a:ext cx="6171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DELETE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3292000" y="3779050"/>
            <a:ext cx="6087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RESET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4572000" y="2575600"/>
            <a:ext cx="3278700" cy="1560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4465750" y="2214000"/>
            <a:ext cx="393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4A86E8"/>
                </a:highlight>
              </a:rPr>
              <a:t>View Details and Search System:</a:t>
            </a:r>
            <a:endParaRPr sz="1100">
              <a:solidFill>
                <a:schemeClr val="dk1"/>
              </a:solidFill>
              <a:highlight>
                <a:srgbClr val="4A86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4A86E8"/>
                </a:highlight>
              </a:rPr>
              <a:t>Search By</a:t>
            </a:r>
            <a:r>
              <a:rPr lang="en-GB" sz="1100">
                <a:solidFill>
                  <a:schemeClr val="dk2"/>
                </a:solidFill>
              </a:rPr>
              <a:t>: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224250" y="2474700"/>
            <a:ext cx="8709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Ref or email</a:t>
            </a:r>
            <a:endParaRPr sz="900"/>
          </a:p>
        </p:txBody>
      </p:sp>
      <p:sp>
        <p:nvSpPr>
          <p:cNvPr id="164" name="Google Shape;164;p18"/>
          <p:cNvSpPr/>
          <p:nvPr/>
        </p:nvSpPr>
        <p:spPr>
          <a:xfrm>
            <a:off x="6032200" y="2474700"/>
            <a:ext cx="7992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Input</a:t>
            </a:r>
            <a:endParaRPr sz="900"/>
          </a:p>
        </p:txBody>
      </p:sp>
      <p:sp>
        <p:nvSpPr>
          <p:cNvPr id="165" name="Google Shape;165;p18"/>
          <p:cNvSpPr/>
          <p:nvPr/>
        </p:nvSpPr>
        <p:spPr>
          <a:xfrm>
            <a:off x="6831400" y="2474700"/>
            <a:ext cx="6087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Search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7440100" y="2468038"/>
            <a:ext cx="491700" cy="30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Show All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4638800" y="2521813"/>
            <a:ext cx="296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The Entries go there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4674225" y="2835625"/>
            <a:ext cx="3094200" cy="10107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Room Booking </a:t>
            </a:r>
            <a:r>
              <a:rPr lang="en-GB"/>
              <a:t>Details Displayed</a:t>
            </a:r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800" y="363342"/>
            <a:ext cx="1297426" cy="68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/>
          <p:nvPr/>
        </p:nvSpPr>
        <p:spPr>
          <a:xfrm>
            <a:off x="2800300" y="3164250"/>
            <a:ext cx="4917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BILL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3857050" y="1490475"/>
            <a:ext cx="6087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0000"/>
                </a:solidFill>
              </a:rPr>
              <a:t>Fetch Data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770000" y="1231400"/>
            <a:ext cx="22530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highlight>
                  <a:srgbClr val="FFFF00"/>
                </a:highlight>
              </a:rPr>
              <a:t>ADD AN IMAGE</a:t>
            </a:r>
            <a:endParaRPr sz="16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4508250" y="1136648"/>
            <a:ext cx="1460100" cy="10107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4508250" y="1136650"/>
            <a:ext cx="1460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 u="sng">
                <a:solidFill>
                  <a:schemeClr val="dk1"/>
                </a:solidFill>
              </a:rPr>
              <a:t>Customer Details</a:t>
            </a:r>
            <a:endParaRPr b="1" sz="10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</a:rPr>
              <a:t>First Name: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</a:rPr>
              <a:t>Last Name: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</a:rPr>
              <a:t>Gender: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</a:rPr>
              <a:t>Mobile No: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</a:rPr>
              <a:t>Citizenship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/>
          <p:nvPr/>
        </p:nvSpPr>
        <p:spPr>
          <a:xfrm>
            <a:off x="299800" y="319900"/>
            <a:ext cx="7723200" cy="38655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496975" y="3104925"/>
            <a:ext cx="1623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00"/>
                </a:highlight>
              </a:rPr>
              <a:t>ADD IMAGES</a:t>
            </a:r>
            <a:endParaRPr sz="20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439000" y="1051975"/>
            <a:ext cx="2082000" cy="20529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299800" y="319900"/>
            <a:ext cx="1623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highlight>
                  <a:srgbClr val="FFFF00"/>
                </a:highlight>
              </a:rPr>
              <a:t>ADD LOGO</a:t>
            </a:r>
            <a:endParaRPr sz="17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2410425" y="382875"/>
            <a:ext cx="50952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highlight>
                  <a:srgbClr val="FFFF00"/>
                </a:highlight>
              </a:rPr>
              <a:t>ADD AN IMAGE</a:t>
            </a:r>
            <a:endParaRPr sz="22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658275" y="11366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FRONT DESK OPTIONS</a:t>
            </a:r>
            <a:endParaRPr sz="900"/>
          </a:p>
        </p:txBody>
      </p:sp>
      <p:sp>
        <p:nvSpPr>
          <p:cNvPr id="185" name="Google Shape;185;p19"/>
          <p:cNvSpPr/>
          <p:nvPr/>
        </p:nvSpPr>
        <p:spPr>
          <a:xfrm>
            <a:off x="658275" y="14265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CUSTOMER</a:t>
            </a:r>
            <a:endParaRPr sz="900"/>
          </a:p>
        </p:txBody>
      </p:sp>
      <p:sp>
        <p:nvSpPr>
          <p:cNvPr id="186" name="Google Shape;186;p19"/>
          <p:cNvSpPr/>
          <p:nvPr/>
        </p:nvSpPr>
        <p:spPr>
          <a:xfrm>
            <a:off x="658275" y="17164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BOOK ROOM</a:t>
            </a:r>
            <a:endParaRPr sz="900"/>
          </a:p>
        </p:txBody>
      </p:sp>
      <p:sp>
        <p:nvSpPr>
          <p:cNvPr id="187" name="Google Shape;187;p19"/>
          <p:cNvSpPr/>
          <p:nvPr/>
        </p:nvSpPr>
        <p:spPr>
          <a:xfrm>
            <a:off x="658275" y="2048963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ROOM DETAILS</a:t>
            </a:r>
            <a:endParaRPr sz="900"/>
          </a:p>
        </p:txBody>
      </p:sp>
      <p:sp>
        <p:nvSpPr>
          <p:cNvPr id="188" name="Google Shape;188;p19"/>
          <p:cNvSpPr/>
          <p:nvPr/>
        </p:nvSpPr>
        <p:spPr>
          <a:xfrm>
            <a:off x="658275" y="2743213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FF0000"/>
                </a:solidFill>
              </a:rPr>
              <a:t>LOGOUT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58275" y="238150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ADMIN LOGIN</a:t>
            </a:r>
            <a:endParaRPr sz="900"/>
          </a:p>
        </p:txBody>
      </p:sp>
      <p:sp>
        <p:nvSpPr>
          <p:cNvPr id="190" name="Google Shape;190;p19"/>
          <p:cNvSpPr/>
          <p:nvPr/>
        </p:nvSpPr>
        <p:spPr>
          <a:xfrm>
            <a:off x="2697475" y="1051975"/>
            <a:ext cx="5178600" cy="3063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2737725" y="1079925"/>
            <a:ext cx="1834200" cy="1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4A86E8"/>
                </a:highlight>
              </a:rPr>
              <a:t>Add New Room</a:t>
            </a:r>
            <a:endParaRPr sz="1100">
              <a:solidFill>
                <a:schemeClr val="dk1"/>
              </a:solidFill>
              <a:highlight>
                <a:srgbClr val="4A86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Floor: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Room Number: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Room Type: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791875" y="2155600"/>
            <a:ext cx="4917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ADD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3289063" y="2155600"/>
            <a:ext cx="6171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UPDATE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3930538" y="2155600"/>
            <a:ext cx="6171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DELETE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3293263" y="2381500"/>
            <a:ext cx="6087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RESET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4572000" y="1544125"/>
            <a:ext cx="3278700" cy="25923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4434950" y="1078700"/>
            <a:ext cx="395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4A86E8"/>
                </a:highlight>
              </a:rPr>
              <a:t>Show Room Details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4684475" y="1620650"/>
            <a:ext cx="296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The Entries go there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4674225" y="2104525"/>
            <a:ext cx="3094200" cy="17418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Room Details</a:t>
            </a:r>
            <a:r>
              <a:rPr lang="en-GB"/>
              <a:t> Displayed</a:t>
            </a:r>
            <a:endParaRPr/>
          </a:p>
        </p:txBody>
      </p:sp>
      <p:pic>
        <p:nvPicPr>
          <p:cNvPr id="200" name="Google Shape;2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4889" y="967265"/>
            <a:ext cx="4574914" cy="243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/>
          <p:nvPr/>
        </p:nvSpPr>
        <p:spPr>
          <a:xfrm>
            <a:off x="299800" y="319900"/>
            <a:ext cx="7723200" cy="38655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496975" y="3104925"/>
            <a:ext cx="1623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00"/>
                </a:highlight>
              </a:rPr>
              <a:t>ADD IMAGES</a:t>
            </a:r>
            <a:endParaRPr sz="20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39000" y="1051975"/>
            <a:ext cx="2082000" cy="20529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299800" y="319900"/>
            <a:ext cx="1623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highlight>
                  <a:srgbClr val="FFFF00"/>
                </a:highlight>
              </a:rPr>
              <a:t>ADD LOGO</a:t>
            </a:r>
            <a:endParaRPr sz="17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2410425" y="382875"/>
            <a:ext cx="50952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highlight>
                  <a:srgbClr val="FFFF00"/>
                </a:highlight>
              </a:rPr>
              <a:t>ADD AN IMAGE</a:t>
            </a:r>
            <a:endParaRPr sz="22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658275" y="11366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FRONT DESK OPTIONS</a:t>
            </a:r>
            <a:endParaRPr sz="900"/>
          </a:p>
        </p:txBody>
      </p:sp>
      <p:sp>
        <p:nvSpPr>
          <p:cNvPr id="211" name="Google Shape;211;p20"/>
          <p:cNvSpPr/>
          <p:nvPr/>
        </p:nvSpPr>
        <p:spPr>
          <a:xfrm>
            <a:off x="658275" y="14265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CUSTOMER</a:t>
            </a:r>
            <a:endParaRPr sz="900"/>
          </a:p>
        </p:txBody>
      </p:sp>
      <p:sp>
        <p:nvSpPr>
          <p:cNvPr id="212" name="Google Shape;212;p20"/>
          <p:cNvSpPr/>
          <p:nvPr/>
        </p:nvSpPr>
        <p:spPr>
          <a:xfrm>
            <a:off x="658275" y="17164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BOOK ROOM</a:t>
            </a:r>
            <a:endParaRPr sz="900"/>
          </a:p>
        </p:txBody>
      </p:sp>
      <p:sp>
        <p:nvSpPr>
          <p:cNvPr id="213" name="Google Shape;213;p20"/>
          <p:cNvSpPr/>
          <p:nvPr/>
        </p:nvSpPr>
        <p:spPr>
          <a:xfrm>
            <a:off x="658275" y="2048963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ROOM DETAILS</a:t>
            </a:r>
            <a:endParaRPr sz="900"/>
          </a:p>
        </p:txBody>
      </p:sp>
      <p:sp>
        <p:nvSpPr>
          <p:cNvPr id="214" name="Google Shape;214;p20"/>
          <p:cNvSpPr/>
          <p:nvPr/>
        </p:nvSpPr>
        <p:spPr>
          <a:xfrm>
            <a:off x="658275" y="2743213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FF0000"/>
                </a:solidFill>
              </a:rPr>
              <a:t>LOGOUT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658275" y="238150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ADMIN LOGIN</a:t>
            </a:r>
            <a:endParaRPr sz="900"/>
          </a:p>
        </p:txBody>
      </p:sp>
      <p:pic>
        <p:nvPicPr>
          <p:cNvPr id="216" name="Google Shape;2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700" y="319890"/>
            <a:ext cx="2235074" cy="1176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5600" y="3190710"/>
            <a:ext cx="1623900" cy="1057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6525" y="2381505"/>
            <a:ext cx="1576800" cy="69032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/>
          <p:nvPr/>
        </p:nvSpPr>
        <p:spPr>
          <a:xfrm>
            <a:off x="3665950" y="1393900"/>
            <a:ext cx="2989800" cy="2292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4229500" y="1620650"/>
            <a:ext cx="1862700" cy="1929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4394200" y="1605750"/>
            <a:ext cx="153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FFF00"/>
                </a:solidFill>
                <a:highlight>
                  <a:schemeClr val="dk1"/>
                </a:highlight>
              </a:rPr>
              <a:t>Rizzler Hotel</a:t>
            </a:r>
            <a:endParaRPr sz="1500">
              <a:solidFill>
                <a:srgbClr val="FFFF00"/>
              </a:solidFill>
              <a:highlight>
                <a:schemeClr val="dk1"/>
              </a:highlight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394200" y="1969025"/>
            <a:ext cx="1533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 u="sng">
                <a:solidFill>
                  <a:srgbClr val="FF0000"/>
                </a:solidFill>
                <a:highlight>
                  <a:schemeClr val="dk1"/>
                </a:highlight>
              </a:rPr>
              <a:t>Admin Login</a:t>
            </a:r>
            <a:endParaRPr b="1" sz="1100" u="sng">
              <a:solidFill>
                <a:srgbClr val="FF0000"/>
              </a:solidFill>
              <a:highlight>
                <a:schemeClr val="dk1"/>
              </a:highlight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4530100" y="2474700"/>
            <a:ext cx="1261500" cy="19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FF"/>
                </a:solidFill>
              </a:rPr>
              <a:t>Email</a:t>
            </a:r>
            <a:endParaRPr sz="1100">
              <a:solidFill>
                <a:srgbClr val="0000FF"/>
              </a:solidFill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4530100" y="2787400"/>
            <a:ext cx="1261500" cy="19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FF"/>
                </a:solidFill>
              </a:rPr>
              <a:t>Password</a:t>
            </a:r>
            <a:endParaRPr sz="1100">
              <a:solidFill>
                <a:srgbClr val="0000FF"/>
              </a:solidFill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4530100" y="3190700"/>
            <a:ext cx="1261500" cy="194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Login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/>
          <p:nvPr/>
        </p:nvSpPr>
        <p:spPr>
          <a:xfrm>
            <a:off x="299800" y="319900"/>
            <a:ext cx="7723200" cy="38655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496975" y="3104925"/>
            <a:ext cx="1623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00"/>
                </a:highlight>
              </a:rPr>
              <a:t>ADD IMAGES</a:t>
            </a:r>
            <a:endParaRPr sz="20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439000" y="1051975"/>
            <a:ext cx="2082000" cy="20529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299800" y="319900"/>
            <a:ext cx="1623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highlight>
                  <a:srgbClr val="FFFF00"/>
                </a:highlight>
              </a:rPr>
              <a:t>ADD LOGO</a:t>
            </a:r>
            <a:endParaRPr sz="17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2410425" y="382875"/>
            <a:ext cx="50952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highlight>
                  <a:srgbClr val="FFFF00"/>
                </a:highlight>
              </a:rPr>
              <a:t>ADD AN IMAGE</a:t>
            </a:r>
            <a:endParaRPr sz="22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58275" y="11366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FRONT DESK OPTIONS</a:t>
            </a:r>
            <a:endParaRPr sz="900"/>
          </a:p>
        </p:txBody>
      </p:sp>
      <p:sp>
        <p:nvSpPr>
          <p:cNvPr id="236" name="Google Shape;236;p21"/>
          <p:cNvSpPr/>
          <p:nvPr/>
        </p:nvSpPr>
        <p:spPr>
          <a:xfrm>
            <a:off x="658275" y="14265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CUSTOMER</a:t>
            </a:r>
            <a:endParaRPr sz="900"/>
          </a:p>
        </p:txBody>
      </p:sp>
      <p:sp>
        <p:nvSpPr>
          <p:cNvPr id="237" name="Google Shape;237;p21"/>
          <p:cNvSpPr/>
          <p:nvPr/>
        </p:nvSpPr>
        <p:spPr>
          <a:xfrm>
            <a:off x="658275" y="171645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BOOK ROOM</a:t>
            </a:r>
            <a:endParaRPr sz="900"/>
          </a:p>
        </p:txBody>
      </p:sp>
      <p:sp>
        <p:nvSpPr>
          <p:cNvPr id="238" name="Google Shape;238;p21"/>
          <p:cNvSpPr/>
          <p:nvPr/>
        </p:nvSpPr>
        <p:spPr>
          <a:xfrm>
            <a:off x="658275" y="2048963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ROOM DETAILS</a:t>
            </a:r>
            <a:endParaRPr sz="900"/>
          </a:p>
        </p:txBody>
      </p:sp>
      <p:sp>
        <p:nvSpPr>
          <p:cNvPr id="239" name="Google Shape;239;p21"/>
          <p:cNvSpPr/>
          <p:nvPr/>
        </p:nvSpPr>
        <p:spPr>
          <a:xfrm>
            <a:off x="658275" y="2743213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FF0000"/>
                </a:solidFill>
              </a:rPr>
              <a:t>LOGOUT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658275" y="2381500"/>
            <a:ext cx="15768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ADMIN LOGIN</a:t>
            </a:r>
            <a:endParaRPr sz="900"/>
          </a:p>
        </p:txBody>
      </p:sp>
      <p:sp>
        <p:nvSpPr>
          <p:cNvPr id="241" name="Google Shape;241;p21"/>
          <p:cNvSpPr/>
          <p:nvPr/>
        </p:nvSpPr>
        <p:spPr>
          <a:xfrm>
            <a:off x="2697475" y="1051975"/>
            <a:ext cx="5178600" cy="3063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2737725" y="1079925"/>
            <a:ext cx="1834200" cy="29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4A86E8"/>
                </a:highlight>
              </a:rPr>
              <a:t>Staff</a:t>
            </a:r>
            <a:r>
              <a:rPr lang="en-GB" sz="1100">
                <a:solidFill>
                  <a:schemeClr val="dk1"/>
                </a:solidFill>
                <a:highlight>
                  <a:srgbClr val="4A86E8"/>
                </a:highlight>
              </a:rPr>
              <a:t> Details</a:t>
            </a:r>
            <a:endParaRPr sz="1100">
              <a:solidFill>
                <a:schemeClr val="dk1"/>
              </a:solidFill>
              <a:highlight>
                <a:srgbClr val="4A86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Staff ID: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First Name: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Last Name: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Select Security Question: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Security Answer: 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Contact Number: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Email: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00"/>
                </a:highlight>
              </a:rPr>
              <a:t>Password: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2737725" y="3025350"/>
            <a:ext cx="4917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ADD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3289063" y="3025350"/>
            <a:ext cx="6171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UPDATE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3930538" y="3025350"/>
            <a:ext cx="6171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DELETE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3293275" y="3256325"/>
            <a:ext cx="6087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RESET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4572000" y="1544125"/>
            <a:ext cx="3278700" cy="25923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4286175" y="967275"/>
            <a:ext cx="395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4A86E8"/>
                </a:highlight>
              </a:rPr>
              <a:t>View Details and Search System:</a:t>
            </a:r>
            <a:endParaRPr sz="1100">
              <a:solidFill>
                <a:schemeClr val="dk1"/>
              </a:solidFill>
              <a:highlight>
                <a:srgbClr val="4A86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4A86E8"/>
                </a:highlight>
              </a:rPr>
              <a:t>Search By</a:t>
            </a:r>
            <a:r>
              <a:rPr lang="en-GB" sz="1100">
                <a:solidFill>
                  <a:schemeClr val="dk2"/>
                </a:solidFill>
              </a:rPr>
              <a:t>: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5125050" y="1243875"/>
            <a:ext cx="8709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ID</a:t>
            </a:r>
            <a:r>
              <a:rPr lang="en-GB" sz="900"/>
              <a:t> or email</a:t>
            </a:r>
            <a:endParaRPr sz="900"/>
          </a:p>
        </p:txBody>
      </p:sp>
      <p:sp>
        <p:nvSpPr>
          <p:cNvPr id="250" name="Google Shape;250;p21"/>
          <p:cNvSpPr/>
          <p:nvPr/>
        </p:nvSpPr>
        <p:spPr>
          <a:xfrm>
            <a:off x="5995975" y="1243875"/>
            <a:ext cx="7992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Input</a:t>
            </a:r>
            <a:endParaRPr sz="900"/>
          </a:p>
        </p:txBody>
      </p:sp>
      <p:sp>
        <p:nvSpPr>
          <p:cNvPr id="251" name="Google Shape;251;p21"/>
          <p:cNvSpPr/>
          <p:nvPr/>
        </p:nvSpPr>
        <p:spPr>
          <a:xfrm>
            <a:off x="6795175" y="1243875"/>
            <a:ext cx="608700" cy="1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Search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7403875" y="1243875"/>
            <a:ext cx="491700" cy="30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0000"/>
                </a:solidFill>
              </a:rPr>
              <a:t>Show All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684475" y="1620650"/>
            <a:ext cx="296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The Entries go there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4674225" y="2104525"/>
            <a:ext cx="3094200" cy="17418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Staff</a:t>
            </a:r>
            <a:r>
              <a:rPr lang="en-GB"/>
              <a:t> Details Displayed</a:t>
            </a:r>
            <a:endParaRPr/>
          </a:p>
        </p:txBody>
      </p:sp>
      <p:pic>
        <p:nvPicPr>
          <p:cNvPr id="255" name="Google Shape;25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0150" y="444375"/>
            <a:ext cx="870902" cy="46140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2785675" y="3553975"/>
            <a:ext cx="1623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highlight>
                  <a:srgbClr val="FFFF00"/>
                </a:highlight>
              </a:rPr>
              <a:t>ADD AN IMAGE</a:t>
            </a:r>
            <a:endParaRPr sz="13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 txBox="1"/>
          <p:nvPr/>
        </p:nvSpPr>
        <p:spPr>
          <a:xfrm>
            <a:off x="997925" y="4405975"/>
            <a:ext cx="327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The </a:t>
            </a:r>
            <a:r>
              <a:rPr b="1" lang="en-GB" sz="1200">
                <a:solidFill>
                  <a:schemeClr val="dk1"/>
                </a:solidFill>
              </a:rPr>
              <a:t>variable</a:t>
            </a:r>
            <a:r>
              <a:rPr b="1" lang="en-GB" sz="1200">
                <a:solidFill>
                  <a:schemeClr val="dk1"/>
                </a:solidFill>
              </a:rPr>
              <a:t> ‘mycursor’ is the cursor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262" name="Google Shape;2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375" y="245229"/>
            <a:ext cx="5099702" cy="3808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22"/>
          <p:cNvCxnSpPr>
            <a:stCxn id="261" idx="0"/>
          </p:cNvCxnSpPr>
          <p:nvPr/>
        </p:nvCxnSpPr>
        <p:spPr>
          <a:xfrm rot="10800000">
            <a:off x="1285475" y="3595675"/>
            <a:ext cx="1352100" cy="810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p22"/>
          <p:cNvSpPr txBox="1"/>
          <p:nvPr/>
        </p:nvSpPr>
        <p:spPr>
          <a:xfrm>
            <a:off x="3880100" y="4251850"/>
            <a:ext cx="327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﻿If there is a connectivity issue, an error message box is displayed</a:t>
            </a:r>
            <a:endParaRPr b="1" sz="1200">
              <a:solidFill>
                <a:schemeClr val="dk1"/>
              </a:solidFill>
            </a:endParaRPr>
          </a:p>
        </p:txBody>
      </p:sp>
      <p:cxnSp>
        <p:nvCxnSpPr>
          <p:cNvPr id="265" name="Google Shape;265;p22"/>
          <p:cNvCxnSpPr>
            <a:stCxn id="264" idx="0"/>
          </p:cNvCxnSpPr>
          <p:nvPr/>
        </p:nvCxnSpPr>
        <p:spPr>
          <a:xfrm rot="10800000">
            <a:off x="3852350" y="3959650"/>
            <a:ext cx="1667400" cy="292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